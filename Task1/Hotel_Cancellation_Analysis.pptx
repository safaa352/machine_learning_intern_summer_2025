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64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4A1F4F-E22F-4A48-B9BE-73736218E72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7180931-AA84-4BFB-B543-712FEFCFED14}">
      <dgm:prSet/>
      <dgm:spPr/>
      <dgm:t>
        <a:bodyPr/>
        <a:lstStyle/>
        <a:p>
          <a:pPr>
            <a:defRPr cap="all"/>
          </a:pPr>
          <a:r>
            <a:rPr lang="en-US"/>
            <a:t>Rows: 36285</a:t>
          </a:r>
        </a:p>
      </dgm:t>
    </dgm:pt>
    <dgm:pt modelId="{A38BE66C-13A8-48E6-A700-2B6982BED6A1}" type="parTrans" cxnId="{B061CCC8-0698-45D9-BD5C-FEDCEEC7D52E}">
      <dgm:prSet/>
      <dgm:spPr/>
      <dgm:t>
        <a:bodyPr/>
        <a:lstStyle/>
        <a:p>
          <a:endParaRPr lang="en-US"/>
        </a:p>
      </dgm:t>
    </dgm:pt>
    <dgm:pt modelId="{DA64DEA6-A30F-47F8-9382-A2A21F0F9D3F}" type="sibTrans" cxnId="{B061CCC8-0698-45D9-BD5C-FEDCEEC7D52E}">
      <dgm:prSet/>
      <dgm:spPr/>
      <dgm:t>
        <a:bodyPr/>
        <a:lstStyle/>
        <a:p>
          <a:endParaRPr lang="en-US"/>
        </a:p>
      </dgm:t>
    </dgm:pt>
    <dgm:pt modelId="{8A00FCDE-A2C5-4847-8091-80A421E9F94F}">
      <dgm:prSet/>
      <dgm:spPr/>
      <dgm:t>
        <a:bodyPr/>
        <a:lstStyle/>
        <a:p>
          <a:pPr>
            <a:defRPr cap="all"/>
          </a:pPr>
          <a:r>
            <a:rPr lang="en-US"/>
            <a:t>Columns: 18</a:t>
          </a:r>
        </a:p>
      </dgm:t>
    </dgm:pt>
    <dgm:pt modelId="{AE6625FA-40EF-4ED9-8D9D-A9FEC2880AB9}" type="parTrans" cxnId="{6A2CF4BB-AA68-4916-B399-D8A197E04E41}">
      <dgm:prSet/>
      <dgm:spPr/>
      <dgm:t>
        <a:bodyPr/>
        <a:lstStyle/>
        <a:p>
          <a:endParaRPr lang="en-US"/>
        </a:p>
      </dgm:t>
    </dgm:pt>
    <dgm:pt modelId="{F8AB308F-B51A-4824-AF8C-FAECDAD792E4}" type="sibTrans" cxnId="{6A2CF4BB-AA68-4916-B399-D8A197E04E41}">
      <dgm:prSet/>
      <dgm:spPr/>
      <dgm:t>
        <a:bodyPr/>
        <a:lstStyle/>
        <a:p>
          <a:endParaRPr lang="en-US"/>
        </a:p>
      </dgm:t>
    </dgm:pt>
    <dgm:pt modelId="{7021B182-5831-4AA4-8E88-7345452228E1}">
      <dgm:prSet/>
      <dgm:spPr/>
      <dgm:t>
        <a:bodyPr/>
        <a:lstStyle/>
        <a:p>
          <a:pPr>
            <a:defRPr cap="all"/>
          </a:pPr>
          <a:r>
            <a:rPr lang="en-US"/>
            <a:t>No missing values.</a:t>
          </a:r>
        </a:p>
      </dgm:t>
    </dgm:pt>
    <dgm:pt modelId="{9E8112BE-9A01-4EE7-A643-070AB10F4529}" type="parTrans" cxnId="{1C60051A-1B2A-4DD7-8104-E93A5A076CB9}">
      <dgm:prSet/>
      <dgm:spPr/>
      <dgm:t>
        <a:bodyPr/>
        <a:lstStyle/>
        <a:p>
          <a:endParaRPr lang="en-US"/>
        </a:p>
      </dgm:t>
    </dgm:pt>
    <dgm:pt modelId="{54573DED-8BF5-4FD2-B7B4-071BD2BEA15E}" type="sibTrans" cxnId="{1C60051A-1B2A-4DD7-8104-E93A5A076CB9}">
      <dgm:prSet/>
      <dgm:spPr/>
      <dgm:t>
        <a:bodyPr/>
        <a:lstStyle/>
        <a:p>
          <a:endParaRPr lang="en-US"/>
        </a:p>
      </dgm:t>
    </dgm:pt>
    <dgm:pt modelId="{A85DCDD8-1C13-4E53-B1E7-B37C0207CA62}">
      <dgm:prSet/>
      <dgm:spPr/>
      <dgm:t>
        <a:bodyPr/>
        <a:lstStyle/>
        <a:p>
          <a:pPr>
            <a:defRPr cap="all"/>
          </a:pPr>
          <a:r>
            <a:rPr lang="en-US"/>
            <a:t>Target column: is_canceled</a:t>
          </a:r>
        </a:p>
      </dgm:t>
    </dgm:pt>
    <dgm:pt modelId="{42F2131B-2409-4F75-95CF-BB5BD746F893}" type="parTrans" cxnId="{9BCF202A-BB7E-4E4A-B7D7-FA9EE171FA44}">
      <dgm:prSet/>
      <dgm:spPr/>
      <dgm:t>
        <a:bodyPr/>
        <a:lstStyle/>
        <a:p>
          <a:endParaRPr lang="en-US"/>
        </a:p>
      </dgm:t>
    </dgm:pt>
    <dgm:pt modelId="{DE151DF7-54B5-4ADB-8B16-79E5F2C439AC}" type="sibTrans" cxnId="{9BCF202A-BB7E-4E4A-B7D7-FA9EE171FA44}">
      <dgm:prSet/>
      <dgm:spPr/>
      <dgm:t>
        <a:bodyPr/>
        <a:lstStyle/>
        <a:p>
          <a:endParaRPr lang="en-US"/>
        </a:p>
      </dgm:t>
    </dgm:pt>
    <dgm:pt modelId="{8E9B9AC1-E27F-4A22-91C0-32D81408E763}" type="pres">
      <dgm:prSet presAssocID="{594A1F4F-E22F-4A48-B9BE-73736218E724}" presName="root" presStyleCnt="0">
        <dgm:presLayoutVars>
          <dgm:dir/>
          <dgm:resizeHandles val="exact"/>
        </dgm:presLayoutVars>
      </dgm:prSet>
      <dgm:spPr/>
    </dgm:pt>
    <dgm:pt modelId="{5E6DB761-69EE-4521-835D-64D7F8E96054}" type="pres">
      <dgm:prSet presAssocID="{C7180931-AA84-4BFB-B543-712FEFCFED14}" presName="compNode" presStyleCnt="0"/>
      <dgm:spPr/>
    </dgm:pt>
    <dgm:pt modelId="{1C2CA19F-0DA4-4E08-9FE1-63FF0A8E78A3}" type="pres">
      <dgm:prSet presAssocID="{C7180931-AA84-4BFB-B543-712FEFCFED14}" presName="iconBgRect" presStyleLbl="bgShp" presStyleIdx="0" presStyleCnt="4"/>
      <dgm:spPr/>
    </dgm:pt>
    <dgm:pt modelId="{B56F2ADC-6412-484B-BD8C-59DF74919DC5}" type="pres">
      <dgm:prSet presAssocID="{C7180931-AA84-4BFB-B543-712FEFCFED1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E20F9C2-0813-4B0D-AAD4-3E357739232E}" type="pres">
      <dgm:prSet presAssocID="{C7180931-AA84-4BFB-B543-712FEFCFED14}" presName="spaceRect" presStyleCnt="0"/>
      <dgm:spPr/>
    </dgm:pt>
    <dgm:pt modelId="{4C959515-C4A9-4877-AEF6-82E37448C17A}" type="pres">
      <dgm:prSet presAssocID="{C7180931-AA84-4BFB-B543-712FEFCFED14}" presName="textRect" presStyleLbl="revTx" presStyleIdx="0" presStyleCnt="4">
        <dgm:presLayoutVars>
          <dgm:chMax val="1"/>
          <dgm:chPref val="1"/>
        </dgm:presLayoutVars>
      </dgm:prSet>
      <dgm:spPr/>
    </dgm:pt>
    <dgm:pt modelId="{FE3A9BF8-E1F2-477A-ACAC-B66B69FAA942}" type="pres">
      <dgm:prSet presAssocID="{DA64DEA6-A30F-47F8-9382-A2A21F0F9D3F}" presName="sibTrans" presStyleCnt="0"/>
      <dgm:spPr/>
    </dgm:pt>
    <dgm:pt modelId="{2464012E-E977-469D-87E5-A10719B5E390}" type="pres">
      <dgm:prSet presAssocID="{8A00FCDE-A2C5-4847-8091-80A421E9F94F}" presName="compNode" presStyleCnt="0"/>
      <dgm:spPr/>
    </dgm:pt>
    <dgm:pt modelId="{1C1C0AFB-952E-4859-8192-4061AC127738}" type="pres">
      <dgm:prSet presAssocID="{8A00FCDE-A2C5-4847-8091-80A421E9F94F}" presName="iconBgRect" presStyleLbl="bgShp" presStyleIdx="1" presStyleCnt="4"/>
      <dgm:spPr/>
    </dgm:pt>
    <dgm:pt modelId="{A58B68E3-141D-4E88-9EBA-E4E4BA9EC985}" type="pres">
      <dgm:prSet presAssocID="{8A00FCDE-A2C5-4847-8091-80A421E9F94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4AB4586-98B2-418A-990D-F9869522CA70}" type="pres">
      <dgm:prSet presAssocID="{8A00FCDE-A2C5-4847-8091-80A421E9F94F}" presName="spaceRect" presStyleCnt="0"/>
      <dgm:spPr/>
    </dgm:pt>
    <dgm:pt modelId="{D299032A-35EC-40B8-B28F-C732C500CF3B}" type="pres">
      <dgm:prSet presAssocID="{8A00FCDE-A2C5-4847-8091-80A421E9F94F}" presName="textRect" presStyleLbl="revTx" presStyleIdx="1" presStyleCnt="4">
        <dgm:presLayoutVars>
          <dgm:chMax val="1"/>
          <dgm:chPref val="1"/>
        </dgm:presLayoutVars>
      </dgm:prSet>
      <dgm:spPr/>
    </dgm:pt>
    <dgm:pt modelId="{A2B90636-DD48-46CA-8E90-4338D4AE0E40}" type="pres">
      <dgm:prSet presAssocID="{F8AB308F-B51A-4824-AF8C-FAECDAD792E4}" presName="sibTrans" presStyleCnt="0"/>
      <dgm:spPr/>
    </dgm:pt>
    <dgm:pt modelId="{99DBEC74-10B9-49F6-8267-DCBAC9DE1172}" type="pres">
      <dgm:prSet presAssocID="{7021B182-5831-4AA4-8E88-7345452228E1}" presName="compNode" presStyleCnt="0"/>
      <dgm:spPr/>
    </dgm:pt>
    <dgm:pt modelId="{5F592341-8AEE-4929-AAB3-AEEFA45CA599}" type="pres">
      <dgm:prSet presAssocID="{7021B182-5831-4AA4-8E88-7345452228E1}" presName="iconBgRect" presStyleLbl="bgShp" presStyleIdx="2" presStyleCnt="4"/>
      <dgm:spPr/>
    </dgm:pt>
    <dgm:pt modelId="{27F415D4-4A3C-4482-9F23-77D16796F7E8}" type="pres">
      <dgm:prSet presAssocID="{7021B182-5831-4AA4-8E88-7345452228E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BBE0BF44-9AE8-4DB5-A59A-607E80F58D6C}" type="pres">
      <dgm:prSet presAssocID="{7021B182-5831-4AA4-8E88-7345452228E1}" presName="spaceRect" presStyleCnt="0"/>
      <dgm:spPr/>
    </dgm:pt>
    <dgm:pt modelId="{DE5D7B16-2F5B-4435-817F-AB99B51BD944}" type="pres">
      <dgm:prSet presAssocID="{7021B182-5831-4AA4-8E88-7345452228E1}" presName="textRect" presStyleLbl="revTx" presStyleIdx="2" presStyleCnt="4">
        <dgm:presLayoutVars>
          <dgm:chMax val="1"/>
          <dgm:chPref val="1"/>
        </dgm:presLayoutVars>
      </dgm:prSet>
      <dgm:spPr/>
    </dgm:pt>
    <dgm:pt modelId="{A5B12D1A-AD46-4769-BF2A-2111FA840FF6}" type="pres">
      <dgm:prSet presAssocID="{54573DED-8BF5-4FD2-B7B4-071BD2BEA15E}" presName="sibTrans" presStyleCnt="0"/>
      <dgm:spPr/>
    </dgm:pt>
    <dgm:pt modelId="{7E7A9265-169C-4CF9-AAAB-6CEF9A01EDE9}" type="pres">
      <dgm:prSet presAssocID="{A85DCDD8-1C13-4E53-B1E7-B37C0207CA62}" presName="compNode" presStyleCnt="0"/>
      <dgm:spPr/>
    </dgm:pt>
    <dgm:pt modelId="{227F73DE-1C2C-418A-9D30-B83DFAB4437E}" type="pres">
      <dgm:prSet presAssocID="{A85DCDD8-1C13-4E53-B1E7-B37C0207CA62}" presName="iconBgRect" presStyleLbl="bgShp" presStyleIdx="3" presStyleCnt="4"/>
      <dgm:spPr/>
    </dgm:pt>
    <dgm:pt modelId="{78E5EE07-DE92-4F5A-AD03-EB41B8B1E2BA}" type="pres">
      <dgm:prSet presAssocID="{A85DCDD8-1C13-4E53-B1E7-B37C0207CA6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ject"/>
        </a:ext>
      </dgm:extLst>
    </dgm:pt>
    <dgm:pt modelId="{94E0CF75-0D11-425A-85F4-B8D6265D708C}" type="pres">
      <dgm:prSet presAssocID="{A85DCDD8-1C13-4E53-B1E7-B37C0207CA62}" presName="spaceRect" presStyleCnt="0"/>
      <dgm:spPr/>
    </dgm:pt>
    <dgm:pt modelId="{CE73AB88-6950-41A9-B305-4C6487161BD5}" type="pres">
      <dgm:prSet presAssocID="{A85DCDD8-1C13-4E53-B1E7-B37C0207CA6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3E96F0C-80C8-4676-AED9-8C6418F43897}" type="presOf" srcId="{7021B182-5831-4AA4-8E88-7345452228E1}" destId="{DE5D7B16-2F5B-4435-817F-AB99B51BD944}" srcOrd="0" destOrd="0" presId="urn:microsoft.com/office/officeart/2018/5/layout/IconCircleLabelList"/>
    <dgm:cxn modelId="{1C60051A-1B2A-4DD7-8104-E93A5A076CB9}" srcId="{594A1F4F-E22F-4A48-B9BE-73736218E724}" destId="{7021B182-5831-4AA4-8E88-7345452228E1}" srcOrd="2" destOrd="0" parTransId="{9E8112BE-9A01-4EE7-A643-070AB10F4529}" sibTransId="{54573DED-8BF5-4FD2-B7B4-071BD2BEA15E}"/>
    <dgm:cxn modelId="{9BCF202A-BB7E-4E4A-B7D7-FA9EE171FA44}" srcId="{594A1F4F-E22F-4A48-B9BE-73736218E724}" destId="{A85DCDD8-1C13-4E53-B1E7-B37C0207CA62}" srcOrd="3" destOrd="0" parTransId="{42F2131B-2409-4F75-95CF-BB5BD746F893}" sibTransId="{DE151DF7-54B5-4ADB-8B16-79E5F2C439AC}"/>
    <dgm:cxn modelId="{980A462D-78C6-4846-9A72-35B706D1BDEE}" type="presOf" srcId="{8A00FCDE-A2C5-4847-8091-80A421E9F94F}" destId="{D299032A-35EC-40B8-B28F-C732C500CF3B}" srcOrd="0" destOrd="0" presId="urn:microsoft.com/office/officeart/2018/5/layout/IconCircleLabelList"/>
    <dgm:cxn modelId="{994AE461-83EA-4EAE-8BB0-DB53152DAEDA}" type="presOf" srcId="{A85DCDD8-1C13-4E53-B1E7-B37C0207CA62}" destId="{CE73AB88-6950-41A9-B305-4C6487161BD5}" srcOrd="0" destOrd="0" presId="urn:microsoft.com/office/officeart/2018/5/layout/IconCircleLabelList"/>
    <dgm:cxn modelId="{F297C950-CEFF-443D-BF0E-AC8D7AD42D06}" type="presOf" srcId="{594A1F4F-E22F-4A48-B9BE-73736218E724}" destId="{8E9B9AC1-E27F-4A22-91C0-32D81408E763}" srcOrd="0" destOrd="0" presId="urn:microsoft.com/office/officeart/2018/5/layout/IconCircleLabelList"/>
    <dgm:cxn modelId="{30413FAE-E900-45B7-B11F-FCEB9D4B7E6B}" type="presOf" srcId="{C7180931-AA84-4BFB-B543-712FEFCFED14}" destId="{4C959515-C4A9-4877-AEF6-82E37448C17A}" srcOrd="0" destOrd="0" presId="urn:microsoft.com/office/officeart/2018/5/layout/IconCircleLabelList"/>
    <dgm:cxn modelId="{6A2CF4BB-AA68-4916-B399-D8A197E04E41}" srcId="{594A1F4F-E22F-4A48-B9BE-73736218E724}" destId="{8A00FCDE-A2C5-4847-8091-80A421E9F94F}" srcOrd="1" destOrd="0" parTransId="{AE6625FA-40EF-4ED9-8D9D-A9FEC2880AB9}" sibTransId="{F8AB308F-B51A-4824-AF8C-FAECDAD792E4}"/>
    <dgm:cxn modelId="{B061CCC8-0698-45D9-BD5C-FEDCEEC7D52E}" srcId="{594A1F4F-E22F-4A48-B9BE-73736218E724}" destId="{C7180931-AA84-4BFB-B543-712FEFCFED14}" srcOrd="0" destOrd="0" parTransId="{A38BE66C-13A8-48E6-A700-2B6982BED6A1}" sibTransId="{DA64DEA6-A30F-47F8-9382-A2A21F0F9D3F}"/>
    <dgm:cxn modelId="{9E811AD7-7759-496F-9C62-42E567DD1618}" type="presParOf" srcId="{8E9B9AC1-E27F-4A22-91C0-32D81408E763}" destId="{5E6DB761-69EE-4521-835D-64D7F8E96054}" srcOrd="0" destOrd="0" presId="urn:microsoft.com/office/officeart/2018/5/layout/IconCircleLabelList"/>
    <dgm:cxn modelId="{5B4F3B6A-4E94-4062-BCF2-59EAA72C68A0}" type="presParOf" srcId="{5E6DB761-69EE-4521-835D-64D7F8E96054}" destId="{1C2CA19F-0DA4-4E08-9FE1-63FF0A8E78A3}" srcOrd="0" destOrd="0" presId="urn:microsoft.com/office/officeart/2018/5/layout/IconCircleLabelList"/>
    <dgm:cxn modelId="{C388472E-D1D0-4480-A04A-E0774FDD771E}" type="presParOf" srcId="{5E6DB761-69EE-4521-835D-64D7F8E96054}" destId="{B56F2ADC-6412-484B-BD8C-59DF74919DC5}" srcOrd="1" destOrd="0" presId="urn:microsoft.com/office/officeart/2018/5/layout/IconCircleLabelList"/>
    <dgm:cxn modelId="{FF0BB6E6-46EA-4A55-AF73-E344382A8640}" type="presParOf" srcId="{5E6DB761-69EE-4521-835D-64D7F8E96054}" destId="{DE20F9C2-0813-4B0D-AAD4-3E357739232E}" srcOrd="2" destOrd="0" presId="urn:microsoft.com/office/officeart/2018/5/layout/IconCircleLabelList"/>
    <dgm:cxn modelId="{70D990BC-E646-4DED-BF9F-2069788FC391}" type="presParOf" srcId="{5E6DB761-69EE-4521-835D-64D7F8E96054}" destId="{4C959515-C4A9-4877-AEF6-82E37448C17A}" srcOrd="3" destOrd="0" presId="urn:microsoft.com/office/officeart/2018/5/layout/IconCircleLabelList"/>
    <dgm:cxn modelId="{EA2744F7-3E60-4115-A4E3-2E76DD7A0614}" type="presParOf" srcId="{8E9B9AC1-E27F-4A22-91C0-32D81408E763}" destId="{FE3A9BF8-E1F2-477A-ACAC-B66B69FAA942}" srcOrd="1" destOrd="0" presId="urn:microsoft.com/office/officeart/2018/5/layout/IconCircleLabelList"/>
    <dgm:cxn modelId="{1D5DBC15-B560-4860-A722-73ECABCA0875}" type="presParOf" srcId="{8E9B9AC1-E27F-4A22-91C0-32D81408E763}" destId="{2464012E-E977-469D-87E5-A10719B5E390}" srcOrd="2" destOrd="0" presId="urn:microsoft.com/office/officeart/2018/5/layout/IconCircleLabelList"/>
    <dgm:cxn modelId="{AC0487A2-10DF-4BA9-A7A1-E950A20864AB}" type="presParOf" srcId="{2464012E-E977-469D-87E5-A10719B5E390}" destId="{1C1C0AFB-952E-4859-8192-4061AC127738}" srcOrd="0" destOrd="0" presId="urn:microsoft.com/office/officeart/2018/5/layout/IconCircleLabelList"/>
    <dgm:cxn modelId="{60BECDDE-FD68-4DC2-B117-C609F6C86FCF}" type="presParOf" srcId="{2464012E-E977-469D-87E5-A10719B5E390}" destId="{A58B68E3-141D-4E88-9EBA-E4E4BA9EC985}" srcOrd="1" destOrd="0" presId="urn:microsoft.com/office/officeart/2018/5/layout/IconCircleLabelList"/>
    <dgm:cxn modelId="{6FD35716-A5D6-47C6-AAEA-644ACF667BCA}" type="presParOf" srcId="{2464012E-E977-469D-87E5-A10719B5E390}" destId="{B4AB4586-98B2-418A-990D-F9869522CA70}" srcOrd="2" destOrd="0" presId="urn:microsoft.com/office/officeart/2018/5/layout/IconCircleLabelList"/>
    <dgm:cxn modelId="{6B06FAE6-D095-4B6D-9BA3-325C51DE1D10}" type="presParOf" srcId="{2464012E-E977-469D-87E5-A10719B5E390}" destId="{D299032A-35EC-40B8-B28F-C732C500CF3B}" srcOrd="3" destOrd="0" presId="urn:microsoft.com/office/officeart/2018/5/layout/IconCircleLabelList"/>
    <dgm:cxn modelId="{27F80BC2-9834-4A3D-892C-18A47E63DE78}" type="presParOf" srcId="{8E9B9AC1-E27F-4A22-91C0-32D81408E763}" destId="{A2B90636-DD48-46CA-8E90-4338D4AE0E40}" srcOrd="3" destOrd="0" presId="urn:microsoft.com/office/officeart/2018/5/layout/IconCircleLabelList"/>
    <dgm:cxn modelId="{6E8C9B03-DD0A-4077-933A-D2ADE2CFCB74}" type="presParOf" srcId="{8E9B9AC1-E27F-4A22-91C0-32D81408E763}" destId="{99DBEC74-10B9-49F6-8267-DCBAC9DE1172}" srcOrd="4" destOrd="0" presId="urn:microsoft.com/office/officeart/2018/5/layout/IconCircleLabelList"/>
    <dgm:cxn modelId="{E6EBE39D-7883-48EA-B225-54DAE0776EB0}" type="presParOf" srcId="{99DBEC74-10B9-49F6-8267-DCBAC9DE1172}" destId="{5F592341-8AEE-4929-AAB3-AEEFA45CA599}" srcOrd="0" destOrd="0" presId="urn:microsoft.com/office/officeart/2018/5/layout/IconCircleLabelList"/>
    <dgm:cxn modelId="{BE5AF20C-4DDE-4287-97C6-A47A324B94CB}" type="presParOf" srcId="{99DBEC74-10B9-49F6-8267-DCBAC9DE1172}" destId="{27F415D4-4A3C-4482-9F23-77D16796F7E8}" srcOrd="1" destOrd="0" presId="urn:microsoft.com/office/officeart/2018/5/layout/IconCircleLabelList"/>
    <dgm:cxn modelId="{65AFB72C-F1A3-46AC-BF4B-15CF4A4A58E2}" type="presParOf" srcId="{99DBEC74-10B9-49F6-8267-DCBAC9DE1172}" destId="{BBE0BF44-9AE8-4DB5-A59A-607E80F58D6C}" srcOrd="2" destOrd="0" presId="urn:microsoft.com/office/officeart/2018/5/layout/IconCircleLabelList"/>
    <dgm:cxn modelId="{E840FDF1-5031-4DA5-AA89-87502F1DA1FF}" type="presParOf" srcId="{99DBEC74-10B9-49F6-8267-DCBAC9DE1172}" destId="{DE5D7B16-2F5B-4435-817F-AB99B51BD944}" srcOrd="3" destOrd="0" presId="urn:microsoft.com/office/officeart/2018/5/layout/IconCircleLabelList"/>
    <dgm:cxn modelId="{3F774B4B-1BCC-4BB9-B54B-F7317B2D2DDE}" type="presParOf" srcId="{8E9B9AC1-E27F-4A22-91C0-32D81408E763}" destId="{A5B12D1A-AD46-4769-BF2A-2111FA840FF6}" srcOrd="5" destOrd="0" presId="urn:microsoft.com/office/officeart/2018/5/layout/IconCircleLabelList"/>
    <dgm:cxn modelId="{C1E3127E-0BAF-46B3-BB1B-ECB617270F16}" type="presParOf" srcId="{8E9B9AC1-E27F-4A22-91C0-32D81408E763}" destId="{7E7A9265-169C-4CF9-AAAB-6CEF9A01EDE9}" srcOrd="6" destOrd="0" presId="urn:microsoft.com/office/officeart/2018/5/layout/IconCircleLabelList"/>
    <dgm:cxn modelId="{55ECE3A5-1044-49CC-A6E6-1B5E1B2DC9BE}" type="presParOf" srcId="{7E7A9265-169C-4CF9-AAAB-6CEF9A01EDE9}" destId="{227F73DE-1C2C-418A-9D30-B83DFAB4437E}" srcOrd="0" destOrd="0" presId="urn:microsoft.com/office/officeart/2018/5/layout/IconCircleLabelList"/>
    <dgm:cxn modelId="{3A920079-0133-423D-8D2C-3317F67D0552}" type="presParOf" srcId="{7E7A9265-169C-4CF9-AAAB-6CEF9A01EDE9}" destId="{78E5EE07-DE92-4F5A-AD03-EB41B8B1E2BA}" srcOrd="1" destOrd="0" presId="urn:microsoft.com/office/officeart/2018/5/layout/IconCircleLabelList"/>
    <dgm:cxn modelId="{A7C2B298-B6D7-4D9D-9A5C-B737218824E6}" type="presParOf" srcId="{7E7A9265-169C-4CF9-AAAB-6CEF9A01EDE9}" destId="{94E0CF75-0D11-425A-85F4-B8D6265D708C}" srcOrd="2" destOrd="0" presId="urn:microsoft.com/office/officeart/2018/5/layout/IconCircleLabelList"/>
    <dgm:cxn modelId="{0907746A-C03D-4B42-8ABE-FB66B808EA71}" type="presParOf" srcId="{7E7A9265-169C-4CF9-AAAB-6CEF9A01EDE9}" destId="{CE73AB88-6950-41A9-B305-4C6487161BD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B8AEDE-1137-4622-9FDB-03A1AFD8D68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730155C-E5B4-4982-AE93-8DAD87783E4C}">
      <dgm:prSet/>
      <dgm:spPr/>
      <dgm:t>
        <a:bodyPr/>
        <a:lstStyle/>
        <a:p>
          <a:pPr>
            <a:defRPr cap="all"/>
          </a:pPr>
          <a:r>
            <a:rPr lang="en-US"/>
            <a:t>Features used: lead time, P-C, P-not-C, repeated, market segment type</a:t>
          </a:r>
        </a:p>
      </dgm:t>
    </dgm:pt>
    <dgm:pt modelId="{B916B4C8-B575-456D-95DA-353A4094E233}" type="parTrans" cxnId="{A77C887C-68D0-4276-B1DF-955F144DC279}">
      <dgm:prSet/>
      <dgm:spPr/>
      <dgm:t>
        <a:bodyPr/>
        <a:lstStyle/>
        <a:p>
          <a:endParaRPr lang="en-US"/>
        </a:p>
      </dgm:t>
    </dgm:pt>
    <dgm:pt modelId="{9CA862E3-BAC5-4B3B-ACFC-EBEEE8057E44}" type="sibTrans" cxnId="{A77C887C-68D0-4276-B1DF-955F144DC279}">
      <dgm:prSet/>
      <dgm:spPr/>
      <dgm:t>
        <a:bodyPr/>
        <a:lstStyle/>
        <a:p>
          <a:endParaRPr lang="en-US"/>
        </a:p>
      </dgm:t>
    </dgm:pt>
    <dgm:pt modelId="{CFD82DC8-D114-48A4-9DA6-EA3445F20441}">
      <dgm:prSet/>
      <dgm:spPr/>
      <dgm:t>
        <a:bodyPr/>
        <a:lstStyle/>
        <a:p>
          <a:pPr>
            <a:defRPr cap="all"/>
          </a:pPr>
          <a:r>
            <a:rPr lang="en-US"/>
            <a:t>k = 5</a:t>
          </a:r>
        </a:p>
      </dgm:t>
    </dgm:pt>
    <dgm:pt modelId="{DF7C21DE-C7AE-414E-870F-E922143E02D6}" type="parTrans" cxnId="{D06878D1-67D1-4881-89B4-26399C361C64}">
      <dgm:prSet/>
      <dgm:spPr/>
      <dgm:t>
        <a:bodyPr/>
        <a:lstStyle/>
        <a:p>
          <a:endParaRPr lang="en-US"/>
        </a:p>
      </dgm:t>
    </dgm:pt>
    <dgm:pt modelId="{E22C9237-7D12-40E7-986D-F52D3D17B73B}" type="sibTrans" cxnId="{D06878D1-67D1-4881-89B4-26399C361C64}">
      <dgm:prSet/>
      <dgm:spPr/>
      <dgm:t>
        <a:bodyPr/>
        <a:lstStyle/>
        <a:p>
          <a:endParaRPr lang="en-US"/>
        </a:p>
      </dgm:t>
    </dgm:pt>
    <dgm:pt modelId="{2013141D-1D25-4ADE-9F40-68F54C2E1248}">
      <dgm:prSet/>
      <dgm:spPr/>
      <dgm:t>
        <a:bodyPr/>
        <a:lstStyle/>
        <a:p>
          <a:pPr>
            <a:defRPr cap="all"/>
          </a:pPr>
          <a:r>
            <a:rPr lang="en-US"/>
            <a:t>Distance: Euclidean</a:t>
          </a:r>
        </a:p>
      </dgm:t>
    </dgm:pt>
    <dgm:pt modelId="{61BEF9F4-2D6F-472E-AB0C-98293439585F}" type="parTrans" cxnId="{9860C0BA-DF02-4721-B32F-0ECAE96879AF}">
      <dgm:prSet/>
      <dgm:spPr/>
      <dgm:t>
        <a:bodyPr/>
        <a:lstStyle/>
        <a:p>
          <a:endParaRPr lang="en-US"/>
        </a:p>
      </dgm:t>
    </dgm:pt>
    <dgm:pt modelId="{65D9393B-656D-449D-855F-CAE7DBE9FC86}" type="sibTrans" cxnId="{9860C0BA-DF02-4721-B32F-0ECAE96879AF}">
      <dgm:prSet/>
      <dgm:spPr/>
      <dgm:t>
        <a:bodyPr/>
        <a:lstStyle/>
        <a:p>
          <a:endParaRPr lang="en-US"/>
        </a:p>
      </dgm:t>
    </dgm:pt>
    <dgm:pt modelId="{E7F9F3B5-E0C2-4514-9A44-6ED3A231BB2B}" type="pres">
      <dgm:prSet presAssocID="{66B8AEDE-1137-4622-9FDB-03A1AFD8D689}" presName="root" presStyleCnt="0">
        <dgm:presLayoutVars>
          <dgm:dir/>
          <dgm:resizeHandles val="exact"/>
        </dgm:presLayoutVars>
      </dgm:prSet>
      <dgm:spPr/>
    </dgm:pt>
    <dgm:pt modelId="{0428653C-EF0A-40BF-A4C0-20D32F6FD0CB}" type="pres">
      <dgm:prSet presAssocID="{5730155C-E5B4-4982-AE93-8DAD87783E4C}" presName="compNode" presStyleCnt="0"/>
      <dgm:spPr/>
    </dgm:pt>
    <dgm:pt modelId="{4731935C-54C5-4D59-A480-CA1DC6B2CEE0}" type="pres">
      <dgm:prSet presAssocID="{5730155C-E5B4-4982-AE93-8DAD87783E4C}" presName="iconBgRect" presStyleLbl="bgShp" presStyleIdx="0" presStyleCnt="3"/>
      <dgm:spPr/>
    </dgm:pt>
    <dgm:pt modelId="{F1D61FEC-A25C-4AB4-B0B1-0F501DE1DFC4}" type="pres">
      <dgm:prSet presAssocID="{5730155C-E5B4-4982-AE93-8DAD87783E4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97BA4A2-D84E-4884-9800-8C92B6B3A06A}" type="pres">
      <dgm:prSet presAssocID="{5730155C-E5B4-4982-AE93-8DAD87783E4C}" presName="spaceRect" presStyleCnt="0"/>
      <dgm:spPr/>
    </dgm:pt>
    <dgm:pt modelId="{2323C4B2-E7BC-4490-B78F-55B6E8A89F90}" type="pres">
      <dgm:prSet presAssocID="{5730155C-E5B4-4982-AE93-8DAD87783E4C}" presName="textRect" presStyleLbl="revTx" presStyleIdx="0" presStyleCnt="3">
        <dgm:presLayoutVars>
          <dgm:chMax val="1"/>
          <dgm:chPref val="1"/>
        </dgm:presLayoutVars>
      </dgm:prSet>
      <dgm:spPr/>
    </dgm:pt>
    <dgm:pt modelId="{80017FAC-ACC1-4030-91CE-02E39B6D28D6}" type="pres">
      <dgm:prSet presAssocID="{9CA862E3-BAC5-4B3B-ACFC-EBEEE8057E44}" presName="sibTrans" presStyleCnt="0"/>
      <dgm:spPr/>
    </dgm:pt>
    <dgm:pt modelId="{699BF74B-0135-4928-B8CC-5CB223D5A450}" type="pres">
      <dgm:prSet presAssocID="{CFD82DC8-D114-48A4-9DA6-EA3445F20441}" presName="compNode" presStyleCnt="0"/>
      <dgm:spPr/>
    </dgm:pt>
    <dgm:pt modelId="{2B0F5CF6-158D-4104-A02B-9AF0382DE993}" type="pres">
      <dgm:prSet presAssocID="{CFD82DC8-D114-48A4-9DA6-EA3445F20441}" presName="iconBgRect" presStyleLbl="bgShp" presStyleIdx="1" presStyleCnt="3"/>
      <dgm:spPr/>
    </dgm:pt>
    <dgm:pt modelId="{680D7D34-9873-4128-A9DE-152EB8FBE706}" type="pres">
      <dgm:prSet presAssocID="{CFD82DC8-D114-48A4-9DA6-EA3445F2044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5A20054-9A74-491B-9CD5-9A93140A7E83}" type="pres">
      <dgm:prSet presAssocID="{CFD82DC8-D114-48A4-9DA6-EA3445F20441}" presName="spaceRect" presStyleCnt="0"/>
      <dgm:spPr/>
    </dgm:pt>
    <dgm:pt modelId="{D2901BFE-FD5C-4054-868A-EDD2F79AEED1}" type="pres">
      <dgm:prSet presAssocID="{CFD82DC8-D114-48A4-9DA6-EA3445F20441}" presName="textRect" presStyleLbl="revTx" presStyleIdx="1" presStyleCnt="3">
        <dgm:presLayoutVars>
          <dgm:chMax val="1"/>
          <dgm:chPref val="1"/>
        </dgm:presLayoutVars>
      </dgm:prSet>
      <dgm:spPr/>
    </dgm:pt>
    <dgm:pt modelId="{7BC13C46-A85E-4368-8A7E-67F78E5D75FE}" type="pres">
      <dgm:prSet presAssocID="{E22C9237-7D12-40E7-986D-F52D3D17B73B}" presName="sibTrans" presStyleCnt="0"/>
      <dgm:spPr/>
    </dgm:pt>
    <dgm:pt modelId="{78EFC254-208C-43E6-9FF5-9B281A38D2EA}" type="pres">
      <dgm:prSet presAssocID="{2013141D-1D25-4ADE-9F40-68F54C2E1248}" presName="compNode" presStyleCnt="0"/>
      <dgm:spPr/>
    </dgm:pt>
    <dgm:pt modelId="{F56403C9-41EF-4AFF-A4D6-B0465B28B4CB}" type="pres">
      <dgm:prSet presAssocID="{2013141D-1D25-4ADE-9F40-68F54C2E1248}" presName="iconBgRect" presStyleLbl="bgShp" presStyleIdx="2" presStyleCnt="3"/>
      <dgm:spPr/>
    </dgm:pt>
    <dgm:pt modelId="{19793D15-6C4A-4ED8-8BC2-34AA34BECED6}" type="pres">
      <dgm:prSet presAssocID="{2013141D-1D25-4ADE-9F40-68F54C2E124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73A2369D-FA02-46B7-BE74-4CE67FFDCF06}" type="pres">
      <dgm:prSet presAssocID="{2013141D-1D25-4ADE-9F40-68F54C2E1248}" presName="spaceRect" presStyleCnt="0"/>
      <dgm:spPr/>
    </dgm:pt>
    <dgm:pt modelId="{F1CE3637-1A15-4CF0-A4E6-922A7479AD76}" type="pres">
      <dgm:prSet presAssocID="{2013141D-1D25-4ADE-9F40-68F54C2E124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3004677-9B3B-4845-BF43-F8089FBD9DEF}" type="presOf" srcId="{CFD82DC8-D114-48A4-9DA6-EA3445F20441}" destId="{D2901BFE-FD5C-4054-868A-EDD2F79AEED1}" srcOrd="0" destOrd="0" presId="urn:microsoft.com/office/officeart/2018/5/layout/IconCircleLabelList"/>
    <dgm:cxn modelId="{A77C887C-68D0-4276-B1DF-955F144DC279}" srcId="{66B8AEDE-1137-4622-9FDB-03A1AFD8D689}" destId="{5730155C-E5B4-4982-AE93-8DAD87783E4C}" srcOrd="0" destOrd="0" parTransId="{B916B4C8-B575-456D-95DA-353A4094E233}" sibTransId="{9CA862E3-BAC5-4B3B-ACFC-EBEEE8057E44}"/>
    <dgm:cxn modelId="{E88915A2-7801-4A71-8799-341EB9D4BF3C}" type="presOf" srcId="{2013141D-1D25-4ADE-9F40-68F54C2E1248}" destId="{F1CE3637-1A15-4CF0-A4E6-922A7479AD76}" srcOrd="0" destOrd="0" presId="urn:microsoft.com/office/officeart/2018/5/layout/IconCircleLabelList"/>
    <dgm:cxn modelId="{D34EE2A8-23C9-4CA9-80F2-8C1D52AAA91B}" type="presOf" srcId="{66B8AEDE-1137-4622-9FDB-03A1AFD8D689}" destId="{E7F9F3B5-E0C2-4514-9A44-6ED3A231BB2B}" srcOrd="0" destOrd="0" presId="urn:microsoft.com/office/officeart/2018/5/layout/IconCircleLabelList"/>
    <dgm:cxn modelId="{9860C0BA-DF02-4721-B32F-0ECAE96879AF}" srcId="{66B8AEDE-1137-4622-9FDB-03A1AFD8D689}" destId="{2013141D-1D25-4ADE-9F40-68F54C2E1248}" srcOrd="2" destOrd="0" parTransId="{61BEF9F4-2D6F-472E-AB0C-98293439585F}" sibTransId="{65D9393B-656D-449D-855F-CAE7DBE9FC86}"/>
    <dgm:cxn modelId="{258492BF-2570-4892-9ACD-4BB407EAAC11}" type="presOf" srcId="{5730155C-E5B4-4982-AE93-8DAD87783E4C}" destId="{2323C4B2-E7BC-4490-B78F-55B6E8A89F90}" srcOrd="0" destOrd="0" presId="urn:microsoft.com/office/officeart/2018/5/layout/IconCircleLabelList"/>
    <dgm:cxn modelId="{D06878D1-67D1-4881-89B4-26399C361C64}" srcId="{66B8AEDE-1137-4622-9FDB-03A1AFD8D689}" destId="{CFD82DC8-D114-48A4-9DA6-EA3445F20441}" srcOrd="1" destOrd="0" parTransId="{DF7C21DE-C7AE-414E-870F-E922143E02D6}" sibTransId="{E22C9237-7D12-40E7-986D-F52D3D17B73B}"/>
    <dgm:cxn modelId="{305CDF36-DD0F-4746-B0B2-DDF0923D70C4}" type="presParOf" srcId="{E7F9F3B5-E0C2-4514-9A44-6ED3A231BB2B}" destId="{0428653C-EF0A-40BF-A4C0-20D32F6FD0CB}" srcOrd="0" destOrd="0" presId="urn:microsoft.com/office/officeart/2018/5/layout/IconCircleLabelList"/>
    <dgm:cxn modelId="{F2B81B95-7192-4BB8-89FF-91D0942048FA}" type="presParOf" srcId="{0428653C-EF0A-40BF-A4C0-20D32F6FD0CB}" destId="{4731935C-54C5-4D59-A480-CA1DC6B2CEE0}" srcOrd="0" destOrd="0" presId="urn:microsoft.com/office/officeart/2018/5/layout/IconCircleLabelList"/>
    <dgm:cxn modelId="{86CAA769-4449-463D-9013-2902876ECF3D}" type="presParOf" srcId="{0428653C-EF0A-40BF-A4C0-20D32F6FD0CB}" destId="{F1D61FEC-A25C-4AB4-B0B1-0F501DE1DFC4}" srcOrd="1" destOrd="0" presId="urn:microsoft.com/office/officeart/2018/5/layout/IconCircleLabelList"/>
    <dgm:cxn modelId="{1E9226F5-0C93-4DB5-AE36-BFE0C3704891}" type="presParOf" srcId="{0428653C-EF0A-40BF-A4C0-20D32F6FD0CB}" destId="{197BA4A2-D84E-4884-9800-8C92B6B3A06A}" srcOrd="2" destOrd="0" presId="urn:microsoft.com/office/officeart/2018/5/layout/IconCircleLabelList"/>
    <dgm:cxn modelId="{16B95454-7711-4C1A-981A-1EE4C9C42D43}" type="presParOf" srcId="{0428653C-EF0A-40BF-A4C0-20D32F6FD0CB}" destId="{2323C4B2-E7BC-4490-B78F-55B6E8A89F90}" srcOrd="3" destOrd="0" presId="urn:microsoft.com/office/officeart/2018/5/layout/IconCircleLabelList"/>
    <dgm:cxn modelId="{56890EE1-9EA9-4F9D-AEC6-82CA7767100C}" type="presParOf" srcId="{E7F9F3B5-E0C2-4514-9A44-6ED3A231BB2B}" destId="{80017FAC-ACC1-4030-91CE-02E39B6D28D6}" srcOrd="1" destOrd="0" presId="urn:microsoft.com/office/officeart/2018/5/layout/IconCircleLabelList"/>
    <dgm:cxn modelId="{9FEAEEF6-3F0F-47BA-B1D4-3EAE1F02BB48}" type="presParOf" srcId="{E7F9F3B5-E0C2-4514-9A44-6ED3A231BB2B}" destId="{699BF74B-0135-4928-B8CC-5CB223D5A450}" srcOrd="2" destOrd="0" presId="urn:microsoft.com/office/officeart/2018/5/layout/IconCircleLabelList"/>
    <dgm:cxn modelId="{7E75C659-BD03-4F13-BCD1-9C53DBBD4FDA}" type="presParOf" srcId="{699BF74B-0135-4928-B8CC-5CB223D5A450}" destId="{2B0F5CF6-158D-4104-A02B-9AF0382DE993}" srcOrd="0" destOrd="0" presId="urn:microsoft.com/office/officeart/2018/5/layout/IconCircleLabelList"/>
    <dgm:cxn modelId="{7721EDEB-A92B-4C8A-B9EF-0DBBA7D42F4F}" type="presParOf" srcId="{699BF74B-0135-4928-B8CC-5CB223D5A450}" destId="{680D7D34-9873-4128-A9DE-152EB8FBE706}" srcOrd="1" destOrd="0" presId="urn:microsoft.com/office/officeart/2018/5/layout/IconCircleLabelList"/>
    <dgm:cxn modelId="{9EE13F91-3E90-44A5-B9B1-307DD626D47F}" type="presParOf" srcId="{699BF74B-0135-4928-B8CC-5CB223D5A450}" destId="{A5A20054-9A74-491B-9CD5-9A93140A7E83}" srcOrd="2" destOrd="0" presId="urn:microsoft.com/office/officeart/2018/5/layout/IconCircleLabelList"/>
    <dgm:cxn modelId="{F552526C-C83F-415A-AA40-DDF13E2457A1}" type="presParOf" srcId="{699BF74B-0135-4928-B8CC-5CB223D5A450}" destId="{D2901BFE-FD5C-4054-868A-EDD2F79AEED1}" srcOrd="3" destOrd="0" presId="urn:microsoft.com/office/officeart/2018/5/layout/IconCircleLabelList"/>
    <dgm:cxn modelId="{70440437-2AA4-4CA3-B696-EC44D4CAFF55}" type="presParOf" srcId="{E7F9F3B5-E0C2-4514-9A44-6ED3A231BB2B}" destId="{7BC13C46-A85E-4368-8A7E-67F78E5D75FE}" srcOrd="3" destOrd="0" presId="urn:microsoft.com/office/officeart/2018/5/layout/IconCircleLabelList"/>
    <dgm:cxn modelId="{2DDFCC2B-FB41-42FA-9E5E-19594055554D}" type="presParOf" srcId="{E7F9F3B5-E0C2-4514-9A44-6ED3A231BB2B}" destId="{78EFC254-208C-43E6-9FF5-9B281A38D2EA}" srcOrd="4" destOrd="0" presId="urn:microsoft.com/office/officeart/2018/5/layout/IconCircleLabelList"/>
    <dgm:cxn modelId="{1EC4940D-3DD2-4975-9CA9-E0029DD2224B}" type="presParOf" srcId="{78EFC254-208C-43E6-9FF5-9B281A38D2EA}" destId="{F56403C9-41EF-4AFF-A4D6-B0465B28B4CB}" srcOrd="0" destOrd="0" presId="urn:microsoft.com/office/officeart/2018/5/layout/IconCircleLabelList"/>
    <dgm:cxn modelId="{8BF9BF43-3F67-45D2-97B7-7E3ABC159F23}" type="presParOf" srcId="{78EFC254-208C-43E6-9FF5-9B281A38D2EA}" destId="{19793D15-6C4A-4ED8-8BC2-34AA34BECED6}" srcOrd="1" destOrd="0" presId="urn:microsoft.com/office/officeart/2018/5/layout/IconCircleLabelList"/>
    <dgm:cxn modelId="{06211CC5-C543-4097-B84E-A7EABE53286A}" type="presParOf" srcId="{78EFC254-208C-43E6-9FF5-9B281A38D2EA}" destId="{73A2369D-FA02-46B7-BE74-4CE67FFDCF06}" srcOrd="2" destOrd="0" presId="urn:microsoft.com/office/officeart/2018/5/layout/IconCircleLabelList"/>
    <dgm:cxn modelId="{E06D96D4-7B9A-4AAA-B4F3-2232FECC071D}" type="presParOf" srcId="{78EFC254-208C-43E6-9FF5-9B281A38D2EA}" destId="{F1CE3637-1A15-4CF0-A4E6-922A7479AD7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C2E6B4-0683-47E0-BF1E-C3094DBCB4B6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05CA42-7D73-4160-BF95-2C32FFA9B8C5}">
      <dgm:prSet/>
      <dgm:spPr/>
      <dgm:t>
        <a:bodyPr/>
        <a:lstStyle/>
        <a:p>
          <a:r>
            <a:rPr lang="en-US"/>
            <a:t>Accuracy: 0.75</a:t>
          </a:r>
        </a:p>
      </dgm:t>
    </dgm:pt>
    <dgm:pt modelId="{9D0A12A0-752E-4C54-939B-C5D9065C513A}" type="parTrans" cxnId="{987814F5-BFB8-4AC4-BA72-4E9D4C8A8259}">
      <dgm:prSet/>
      <dgm:spPr/>
      <dgm:t>
        <a:bodyPr/>
        <a:lstStyle/>
        <a:p>
          <a:endParaRPr lang="en-US"/>
        </a:p>
      </dgm:t>
    </dgm:pt>
    <dgm:pt modelId="{613BFF12-2A5A-4521-8343-1AE1FB8C150A}" type="sibTrans" cxnId="{987814F5-BFB8-4AC4-BA72-4E9D4C8A8259}">
      <dgm:prSet/>
      <dgm:spPr/>
      <dgm:t>
        <a:bodyPr/>
        <a:lstStyle/>
        <a:p>
          <a:endParaRPr lang="en-US"/>
        </a:p>
      </dgm:t>
    </dgm:pt>
    <dgm:pt modelId="{CF54E8DE-6CBC-4D50-850C-5157F28E1C94}">
      <dgm:prSet/>
      <dgm:spPr/>
      <dgm:t>
        <a:bodyPr/>
        <a:lstStyle/>
        <a:p>
          <a:r>
            <a:rPr lang="en-US"/>
            <a:t>Classification Report:</a:t>
          </a:r>
        </a:p>
      </dgm:t>
    </dgm:pt>
    <dgm:pt modelId="{C827C1C7-2DA0-466C-97ED-3AC418F00623}" type="parTrans" cxnId="{6E0910B5-338F-458B-8B9F-4885A34FD1C8}">
      <dgm:prSet/>
      <dgm:spPr/>
      <dgm:t>
        <a:bodyPr/>
        <a:lstStyle/>
        <a:p>
          <a:endParaRPr lang="en-US"/>
        </a:p>
      </dgm:t>
    </dgm:pt>
    <dgm:pt modelId="{909974A6-9A65-496B-83EF-71D7BFD24716}" type="sibTrans" cxnId="{6E0910B5-338F-458B-8B9F-4885A34FD1C8}">
      <dgm:prSet/>
      <dgm:spPr/>
      <dgm:t>
        <a:bodyPr/>
        <a:lstStyle/>
        <a:p>
          <a:endParaRPr lang="en-US"/>
        </a:p>
      </dgm:t>
    </dgm:pt>
    <dgm:pt modelId="{042361D4-B817-4174-803D-087A5E5FA118}">
      <dgm:prSet/>
      <dgm:spPr/>
      <dgm:t>
        <a:bodyPr/>
        <a:lstStyle/>
        <a:p>
          <a:r>
            <a:rPr lang="en-US"/>
            <a:t>precision    recall  f1-score   support</a:t>
          </a:r>
        </a:p>
      </dgm:t>
    </dgm:pt>
    <dgm:pt modelId="{9F713B37-8CB9-4785-94ED-87E7C5C56432}" type="parTrans" cxnId="{B875CB18-C492-405E-A232-136CD5D6C285}">
      <dgm:prSet/>
      <dgm:spPr/>
      <dgm:t>
        <a:bodyPr/>
        <a:lstStyle/>
        <a:p>
          <a:endParaRPr lang="en-US"/>
        </a:p>
      </dgm:t>
    </dgm:pt>
    <dgm:pt modelId="{2A503EA5-A20B-4044-A3B8-700EB13CEBBB}" type="sibTrans" cxnId="{B875CB18-C492-405E-A232-136CD5D6C285}">
      <dgm:prSet/>
      <dgm:spPr/>
      <dgm:t>
        <a:bodyPr/>
        <a:lstStyle/>
        <a:p>
          <a:endParaRPr lang="en-US"/>
        </a:p>
      </dgm:t>
    </dgm:pt>
    <dgm:pt modelId="{5A2230F4-060A-4F4B-9206-0638203A4F8D}">
      <dgm:prSet/>
      <dgm:spPr/>
      <dgm:t>
        <a:bodyPr/>
        <a:lstStyle/>
        <a:p>
          <a:r>
            <a:rPr lang="en-US"/>
            <a:t>0       0.80      0.84      0.82      4855</a:t>
          </a:r>
        </a:p>
      </dgm:t>
    </dgm:pt>
    <dgm:pt modelId="{62637C07-0064-4F65-B654-A069607430E9}" type="parTrans" cxnId="{BB14D3F8-D311-4C3E-ADA5-D54739B5AF2F}">
      <dgm:prSet/>
      <dgm:spPr/>
      <dgm:t>
        <a:bodyPr/>
        <a:lstStyle/>
        <a:p>
          <a:endParaRPr lang="en-US"/>
        </a:p>
      </dgm:t>
    </dgm:pt>
    <dgm:pt modelId="{D6CFCE19-4BC3-473E-B3AB-DC3121C2085F}" type="sibTrans" cxnId="{BB14D3F8-D311-4C3E-ADA5-D54739B5AF2F}">
      <dgm:prSet/>
      <dgm:spPr/>
      <dgm:t>
        <a:bodyPr/>
        <a:lstStyle/>
        <a:p>
          <a:endParaRPr lang="en-US"/>
        </a:p>
      </dgm:t>
    </dgm:pt>
    <dgm:pt modelId="{DC0D22A7-AD24-42B9-9483-C8943D7B02E1}">
      <dgm:prSet/>
      <dgm:spPr/>
      <dgm:t>
        <a:bodyPr/>
        <a:lstStyle/>
        <a:p>
          <a:r>
            <a:rPr lang="en-US"/>
            <a:t>1       0.63      0.57      0.60      2402</a:t>
          </a:r>
        </a:p>
      </dgm:t>
    </dgm:pt>
    <dgm:pt modelId="{F124F07F-4840-4BE9-892F-8F31ECAF844B}" type="parTrans" cxnId="{A2215058-011E-47F5-A5CD-4E0344F7EC44}">
      <dgm:prSet/>
      <dgm:spPr/>
      <dgm:t>
        <a:bodyPr/>
        <a:lstStyle/>
        <a:p>
          <a:endParaRPr lang="en-US"/>
        </a:p>
      </dgm:t>
    </dgm:pt>
    <dgm:pt modelId="{36EB0F9C-3FAA-4928-889B-32F26DAB0BF7}" type="sibTrans" cxnId="{A2215058-011E-47F5-A5CD-4E0344F7EC44}">
      <dgm:prSet/>
      <dgm:spPr/>
      <dgm:t>
        <a:bodyPr/>
        <a:lstStyle/>
        <a:p>
          <a:endParaRPr lang="en-US"/>
        </a:p>
      </dgm:t>
    </dgm:pt>
    <dgm:pt modelId="{42C5D740-F77B-418A-84E0-1542396BEB22}">
      <dgm:prSet/>
      <dgm:spPr/>
      <dgm:t>
        <a:bodyPr/>
        <a:lstStyle/>
        <a:p>
          <a:r>
            <a:rPr lang="en-US"/>
            <a:t>accuracy                           0.75      7257</a:t>
          </a:r>
        </a:p>
      </dgm:t>
    </dgm:pt>
    <dgm:pt modelId="{B62286B7-BD8D-430D-997F-E2B586DC75DA}" type="parTrans" cxnId="{28851959-761F-47C1-8A8C-3F8F00ABC10F}">
      <dgm:prSet/>
      <dgm:spPr/>
      <dgm:t>
        <a:bodyPr/>
        <a:lstStyle/>
        <a:p>
          <a:endParaRPr lang="en-US"/>
        </a:p>
      </dgm:t>
    </dgm:pt>
    <dgm:pt modelId="{3F018DA5-C999-4216-9C9A-6674C45EC77B}" type="sibTrans" cxnId="{28851959-761F-47C1-8A8C-3F8F00ABC10F}">
      <dgm:prSet/>
      <dgm:spPr/>
      <dgm:t>
        <a:bodyPr/>
        <a:lstStyle/>
        <a:p>
          <a:endParaRPr lang="en-US"/>
        </a:p>
      </dgm:t>
    </dgm:pt>
    <dgm:pt modelId="{28DFCBA4-95DC-4223-B419-7ED2DB0B1A48}">
      <dgm:prSet/>
      <dgm:spPr/>
      <dgm:t>
        <a:bodyPr/>
        <a:lstStyle/>
        <a:p>
          <a:r>
            <a:rPr lang="en-US"/>
            <a:t>macro avg       0.71      0.70      0.71      7257</a:t>
          </a:r>
        </a:p>
      </dgm:t>
    </dgm:pt>
    <dgm:pt modelId="{78732593-82BA-45EE-9898-161750F4A2F5}" type="parTrans" cxnId="{DBA84319-F89E-4EBB-91C1-9E74ED63774C}">
      <dgm:prSet/>
      <dgm:spPr/>
      <dgm:t>
        <a:bodyPr/>
        <a:lstStyle/>
        <a:p>
          <a:endParaRPr lang="en-US"/>
        </a:p>
      </dgm:t>
    </dgm:pt>
    <dgm:pt modelId="{232182FD-1068-4499-A78A-7C389547DC73}" type="sibTrans" cxnId="{DBA84319-F89E-4EBB-91C1-9E74ED63774C}">
      <dgm:prSet/>
      <dgm:spPr/>
      <dgm:t>
        <a:bodyPr/>
        <a:lstStyle/>
        <a:p>
          <a:endParaRPr lang="en-US"/>
        </a:p>
      </dgm:t>
    </dgm:pt>
    <dgm:pt modelId="{2928A9C2-1C92-4537-B8CA-DC5ACF4C37B9}">
      <dgm:prSet/>
      <dgm:spPr/>
      <dgm:t>
        <a:bodyPr/>
        <a:lstStyle/>
        <a:p>
          <a:r>
            <a:rPr lang="en-US"/>
            <a:t>weighted avg       0.74      0.75      0.74      7257</a:t>
          </a:r>
        </a:p>
      </dgm:t>
    </dgm:pt>
    <dgm:pt modelId="{E823723A-5E2D-4FDB-BECB-C0426C4AE258}" type="parTrans" cxnId="{587B88C6-F43F-45F0-AC9D-A1014F541385}">
      <dgm:prSet/>
      <dgm:spPr/>
      <dgm:t>
        <a:bodyPr/>
        <a:lstStyle/>
        <a:p>
          <a:endParaRPr lang="en-US"/>
        </a:p>
      </dgm:t>
    </dgm:pt>
    <dgm:pt modelId="{8BFC8E16-2CF8-496B-A64E-8DCF64E87496}" type="sibTrans" cxnId="{587B88C6-F43F-45F0-AC9D-A1014F541385}">
      <dgm:prSet/>
      <dgm:spPr/>
      <dgm:t>
        <a:bodyPr/>
        <a:lstStyle/>
        <a:p>
          <a:endParaRPr lang="en-US"/>
        </a:p>
      </dgm:t>
    </dgm:pt>
    <dgm:pt modelId="{96C10A8A-7C49-4C58-B7FF-C9AD6CA4C52A}" type="pres">
      <dgm:prSet presAssocID="{D1C2E6B4-0683-47E0-BF1E-C3094DBCB4B6}" presName="diagram" presStyleCnt="0">
        <dgm:presLayoutVars>
          <dgm:dir/>
          <dgm:resizeHandles val="exact"/>
        </dgm:presLayoutVars>
      </dgm:prSet>
      <dgm:spPr/>
    </dgm:pt>
    <dgm:pt modelId="{0BC7CB97-8A00-4F64-BE26-16E2CD038E1E}" type="pres">
      <dgm:prSet presAssocID="{1905CA42-7D73-4160-BF95-2C32FFA9B8C5}" presName="node" presStyleLbl="node1" presStyleIdx="0" presStyleCnt="8">
        <dgm:presLayoutVars>
          <dgm:bulletEnabled val="1"/>
        </dgm:presLayoutVars>
      </dgm:prSet>
      <dgm:spPr/>
    </dgm:pt>
    <dgm:pt modelId="{EB2E9B6D-9C98-48EC-885E-1859EFA60E51}" type="pres">
      <dgm:prSet presAssocID="{613BFF12-2A5A-4521-8343-1AE1FB8C150A}" presName="sibTrans" presStyleCnt="0"/>
      <dgm:spPr/>
    </dgm:pt>
    <dgm:pt modelId="{2265D377-9C62-4653-9D1E-432278E642D9}" type="pres">
      <dgm:prSet presAssocID="{CF54E8DE-6CBC-4D50-850C-5157F28E1C94}" presName="node" presStyleLbl="node1" presStyleIdx="1" presStyleCnt="8">
        <dgm:presLayoutVars>
          <dgm:bulletEnabled val="1"/>
        </dgm:presLayoutVars>
      </dgm:prSet>
      <dgm:spPr/>
    </dgm:pt>
    <dgm:pt modelId="{BE89F352-E8C9-4215-AF31-653A1D884A92}" type="pres">
      <dgm:prSet presAssocID="{909974A6-9A65-496B-83EF-71D7BFD24716}" presName="sibTrans" presStyleCnt="0"/>
      <dgm:spPr/>
    </dgm:pt>
    <dgm:pt modelId="{0A16E763-1AF0-4EA3-AF87-A8BAF4DE6FFA}" type="pres">
      <dgm:prSet presAssocID="{042361D4-B817-4174-803D-087A5E5FA118}" presName="node" presStyleLbl="node1" presStyleIdx="2" presStyleCnt="8">
        <dgm:presLayoutVars>
          <dgm:bulletEnabled val="1"/>
        </dgm:presLayoutVars>
      </dgm:prSet>
      <dgm:spPr/>
    </dgm:pt>
    <dgm:pt modelId="{007D2317-85EE-45F4-9F28-D8608DB71F8A}" type="pres">
      <dgm:prSet presAssocID="{2A503EA5-A20B-4044-A3B8-700EB13CEBBB}" presName="sibTrans" presStyleCnt="0"/>
      <dgm:spPr/>
    </dgm:pt>
    <dgm:pt modelId="{3343FD8C-2E97-415A-A72D-851EF2D3B3DD}" type="pres">
      <dgm:prSet presAssocID="{5A2230F4-060A-4F4B-9206-0638203A4F8D}" presName="node" presStyleLbl="node1" presStyleIdx="3" presStyleCnt="8">
        <dgm:presLayoutVars>
          <dgm:bulletEnabled val="1"/>
        </dgm:presLayoutVars>
      </dgm:prSet>
      <dgm:spPr/>
    </dgm:pt>
    <dgm:pt modelId="{8F75FD24-D527-4D53-A604-182475077BD3}" type="pres">
      <dgm:prSet presAssocID="{D6CFCE19-4BC3-473E-B3AB-DC3121C2085F}" presName="sibTrans" presStyleCnt="0"/>
      <dgm:spPr/>
    </dgm:pt>
    <dgm:pt modelId="{60B14F3F-28C1-4ADE-A9A4-8843745A737F}" type="pres">
      <dgm:prSet presAssocID="{DC0D22A7-AD24-42B9-9483-C8943D7B02E1}" presName="node" presStyleLbl="node1" presStyleIdx="4" presStyleCnt="8">
        <dgm:presLayoutVars>
          <dgm:bulletEnabled val="1"/>
        </dgm:presLayoutVars>
      </dgm:prSet>
      <dgm:spPr/>
    </dgm:pt>
    <dgm:pt modelId="{6FDEFDAD-A7EE-4B67-A053-6699B8F42C03}" type="pres">
      <dgm:prSet presAssocID="{36EB0F9C-3FAA-4928-889B-32F26DAB0BF7}" presName="sibTrans" presStyleCnt="0"/>
      <dgm:spPr/>
    </dgm:pt>
    <dgm:pt modelId="{68A0C92B-714C-4A91-BD8B-7D9AFA7662D8}" type="pres">
      <dgm:prSet presAssocID="{42C5D740-F77B-418A-84E0-1542396BEB22}" presName="node" presStyleLbl="node1" presStyleIdx="5" presStyleCnt="8">
        <dgm:presLayoutVars>
          <dgm:bulletEnabled val="1"/>
        </dgm:presLayoutVars>
      </dgm:prSet>
      <dgm:spPr/>
    </dgm:pt>
    <dgm:pt modelId="{D4C993DA-3EBA-4976-9FE1-133BC1EF7119}" type="pres">
      <dgm:prSet presAssocID="{3F018DA5-C999-4216-9C9A-6674C45EC77B}" presName="sibTrans" presStyleCnt="0"/>
      <dgm:spPr/>
    </dgm:pt>
    <dgm:pt modelId="{5CCAA55A-4126-4AF4-B9ED-A64D5CFA2642}" type="pres">
      <dgm:prSet presAssocID="{28DFCBA4-95DC-4223-B419-7ED2DB0B1A48}" presName="node" presStyleLbl="node1" presStyleIdx="6" presStyleCnt="8">
        <dgm:presLayoutVars>
          <dgm:bulletEnabled val="1"/>
        </dgm:presLayoutVars>
      </dgm:prSet>
      <dgm:spPr/>
    </dgm:pt>
    <dgm:pt modelId="{A7808F99-B758-498D-9B15-470E9B4EE1C6}" type="pres">
      <dgm:prSet presAssocID="{232182FD-1068-4499-A78A-7C389547DC73}" presName="sibTrans" presStyleCnt="0"/>
      <dgm:spPr/>
    </dgm:pt>
    <dgm:pt modelId="{DF14D374-4496-44E4-B4D4-3BB8D9CB4206}" type="pres">
      <dgm:prSet presAssocID="{2928A9C2-1C92-4537-B8CA-DC5ACF4C37B9}" presName="node" presStyleLbl="node1" presStyleIdx="7" presStyleCnt="8">
        <dgm:presLayoutVars>
          <dgm:bulletEnabled val="1"/>
        </dgm:presLayoutVars>
      </dgm:prSet>
      <dgm:spPr/>
    </dgm:pt>
  </dgm:ptLst>
  <dgm:cxnLst>
    <dgm:cxn modelId="{511A1708-240C-4EC8-9998-84DB4DC29652}" type="presOf" srcId="{042361D4-B817-4174-803D-087A5E5FA118}" destId="{0A16E763-1AF0-4EA3-AF87-A8BAF4DE6FFA}" srcOrd="0" destOrd="0" presId="urn:microsoft.com/office/officeart/2005/8/layout/default"/>
    <dgm:cxn modelId="{B875CB18-C492-405E-A232-136CD5D6C285}" srcId="{D1C2E6B4-0683-47E0-BF1E-C3094DBCB4B6}" destId="{042361D4-B817-4174-803D-087A5E5FA118}" srcOrd="2" destOrd="0" parTransId="{9F713B37-8CB9-4785-94ED-87E7C5C56432}" sibTransId="{2A503EA5-A20B-4044-A3B8-700EB13CEBBB}"/>
    <dgm:cxn modelId="{DBA84319-F89E-4EBB-91C1-9E74ED63774C}" srcId="{D1C2E6B4-0683-47E0-BF1E-C3094DBCB4B6}" destId="{28DFCBA4-95DC-4223-B419-7ED2DB0B1A48}" srcOrd="6" destOrd="0" parTransId="{78732593-82BA-45EE-9898-161750F4A2F5}" sibTransId="{232182FD-1068-4499-A78A-7C389547DC73}"/>
    <dgm:cxn modelId="{8629B249-AA16-4FC9-BB95-5FD2859CBB0D}" type="presOf" srcId="{DC0D22A7-AD24-42B9-9483-C8943D7B02E1}" destId="{60B14F3F-28C1-4ADE-A9A4-8843745A737F}" srcOrd="0" destOrd="0" presId="urn:microsoft.com/office/officeart/2005/8/layout/default"/>
    <dgm:cxn modelId="{E5206774-4C28-49E7-BE90-F0AB4F10CF2B}" type="presOf" srcId="{CF54E8DE-6CBC-4D50-850C-5157F28E1C94}" destId="{2265D377-9C62-4653-9D1E-432278E642D9}" srcOrd="0" destOrd="0" presId="urn:microsoft.com/office/officeart/2005/8/layout/default"/>
    <dgm:cxn modelId="{7C7AF476-8BCB-4981-859F-E1613A6639D8}" type="presOf" srcId="{28DFCBA4-95DC-4223-B419-7ED2DB0B1A48}" destId="{5CCAA55A-4126-4AF4-B9ED-A64D5CFA2642}" srcOrd="0" destOrd="0" presId="urn:microsoft.com/office/officeart/2005/8/layout/default"/>
    <dgm:cxn modelId="{A2215058-011E-47F5-A5CD-4E0344F7EC44}" srcId="{D1C2E6B4-0683-47E0-BF1E-C3094DBCB4B6}" destId="{DC0D22A7-AD24-42B9-9483-C8943D7B02E1}" srcOrd="4" destOrd="0" parTransId="{F124F07F-4840-4BE9-892F-8F31ECAF844B}" sibTransId="{36EB0F9C-3FAA-4928-889B-32F26DAB0BF7}"/>
    <dgm:cxn modelId="{28851959-761F-47C1-8A8C-3F8F00ABC10F}" srcId="{D1C2E6B4-0683-47E0-BF1E-C3094DBCB4B6}" destId="{42C5D740-F77B-418A-84E0-1542396BEB22}" srcOrd="5" destOrd="0" parTransId="{B62286B7-BD8D-430D-997F-E2B586DC75DA}" sibTransId="{3F018DA5-C999-4216-9C9A-6674C45EC77B}"/>
    <dgm:cxn modelId="{A6D2E787-0746-46F8-8283-0A4D7AA99E66}" type="presOf" srcId="{5A2230F4-060A-4F4B-9206-0638203A4F8D}" destId="{3343FD8C-2E97-415A-A72D-851EF2D3B3DD}" srcOrd="0" destOrd="0" presId="urn:microsoft.com/office/officeart/2005/8/layout/default"/>
    <dgm:cxn modelId="{58ED6788-9880-4D13-9EA4-A05626E2E52E}" type="presOf" srcId="{1905CA42-7D73-4160-BF95-2C32FFA9B8C5}" destId="{0BC7CB97-8A00-4F64-BE26-16E2CD038E1E}" srcOrd="0" destOrd="0" presId="urn:microsoft.com/office/officeart/2005/8/layout/default"/>
    <dgm:cxn modelId="{6E0910B5-338F-458B-8B9F-4885A34FD1C8}" srcId="{D1C2E6B4-0683-47E0-BF1E-C3094DBCB4B6}" destId="{CF54E8DE-6CBC-4D50-850C-5157F28E1C94}" srcOrd="1" destOrd="0" parTransId="{C827C1C7-2DA0-466C-97ED-3AC418F00623}" sibTransId="{909974A6-9A65-496B-83EF-71D7BFD24716}"/>
    <dgm:cxn modelId="{587B88C6-F43F-45F0-AC9D-A1014F541385}" srcId="{D1C2E6B4-0683-47E0-BF1E-C3094DBCB4B6}" destId="{2928A9C2-1C92-4537-B8CA-DC5ACF4C37B9}" srcOrd="7" destOrd="0" parTransId="{E823723A-5E2D-4FDB-BECB-C0426C4AE258}" sibTransId="{8BFC8E16-2CF8-496B-A64E-8DCF64E87496}"/>
    <dgm:cxn modelId="{4C5436C8-218F-421E-9717-2E9BC6410A69}" type="presOf" srcId="{D1C2E6B4-0683-47E0-BF1E-C3094DBCB4B6}" destId="{96C10A8A-7C49-4C58-B7FF-C9AD6CA4C52A}" srcOrd="0" destOrd="0" presId="urn:microsoft.com/office/officeart/2005/8/layout/default"/>
    <dgm:cxn modelId="{DB3803D9-A044-48E6-B0B5-938EC4260B46}" type="presOf" srcId="{42C5D740-F77B-418A-84E0-1542396BEB22}" destId="{68A0C92B-714C-4A91-BD8B-7D9AFA7662D8}" srcOrd="0" destOrd="0" presId="urn:microsoft.com/office/officeart/2005/8/layout/default"/>
    <dgm:cxn modelId="{4A534DF1-E721-4CB8-B0D9-96E45210BD9F}" type="presOf" srcId="{2928A9C2-1C92-4537-B8CA-DC5ACF4C37B9}" destId="{DF14D374-4496-44E4-B4D4-3BB8D9CB4206}" srcOrd="0" destOrd="0" presId="urn:microsoft.com/office/officeart/2005/8/layout/default"/>
    <dgm:cxn modelId="{987814F5-BFB8-4AC4-BA72-4E9D4C8A8259}" srcId="{D1C2E6B4-0683-47E0-BF1E-C3094DBCB4B6}" destId="{1905CA42-7D73-4160-BF95-2C32FFA9B8C5}" srcOrd="0" destOrd="0" parTransId="{9D0A12A0-752E-4C54-939B-C5D9065C513A}" sibTransId="{613BFF12-2A5A-4521-8343-1AE1FB8C150A}"/>
    <dgm:cxn modelId="{BB14D3F8-D311-4C3E-ADA5-D54739B5AF2F}" srcId="{D1C2E6B4-0683-47E0-BF1E-C3094DBCB4B6}" destId="{5A2230F4-060A-4F4B-9206-0638203A4F8D}" srcOrd="3" destOrd="0" parTransId="{62637C07-0064-4F65-B654-A069607430E9}" sibTransId="{D6CFCE19-4BC3-473E-B3AB-DC3121C2085F}"/>
    <dgm:cxn modelId="{EA451D20-EECC-44B5-8528-50B21E0E7E86}" type="presParOf" srcId="{96C10A8A-7C49-4C58-B7FF-C9AD6CA4C52A}" destId="{0BC7CB97-8A00-4F64-BE26-16E2CD038E1E}" srcOrd="0" destOrd="0" presId="urn:microsoft.com/office/officeart/2005/8/layout/default"/>
    <dgm:cxn modelId="{5AFD76B5-09BE-4E2C-B394-7AB869C9D0CB}" type="presParOf" srcId="{96C10A8A-7C49-4C58-B7FF-C9AD6CA4C52A}" destId="{EB2E9B6D-9C98-48EC-885E-1859EFA60E51}" srcOrd="1" destOrd="0" presId="urn:microsoft.com/office/officeart/2005/8/layout/default"/>
    <dgm:cxn modelId="{A46AC2AC-16C8-4307-A577-B07FB4C31177}" type="presParOf" srcId="{96C10A8A-7C49-4C58-B7FF-C9AD6CA4C52A}" destId="{2265D377-9C62-4653-9D1E-432278E642D9}" srcOrd="2" destOrd="0" presId="urn:microsoft.com/office/officeart/2005/8/layout/default"/>
    <dgm:cxn modelId="{67FB44B1-7594-4C03-8BA2-DEC7116BBDDB}" type="presParOf" srcId="{96C10A8A-7C49-4C58-B7FF-C9AD6CA4C52A}" destId="{BE89F352-E8C9-4215-AF31-653A1D884A92}" srcOrd="3" destOrd="0" presId="urn:microsoft.com/office/officeart/2005/8/layout/default"/>
    <dgm:cxn modelId="{3FEA0712-F03E-490B-84B2-B4B05A80AC94}" type="presParOf" srcId="{96C10A8A-7C49-4C58-B7FF-C9AD6CA4C52A}" destId="{0A16E763-1AF0-4EA3-AF87-A8BAF4DE6FFA}" srcOrd="4" destOrd="0" presId="urn:microsoft.com/office/officeart/2005/8/layout/default"/>
    <dgm:cxn modelId="{8977A646-34D8-46FA-8C71-D36F451C95B8}" type="presParOf" srcId="{96C10A8A-7C49-4C58-B7FF-C9AD6CA4C52A}" destId="{007D2317-85EE-45F4-9F28-D8608DB71F8A}" srcOrd="5" destOrd="0" presId="urn:microsoft.com/office/officeart/2005/8/layout/default"/>
    <dgm:cxn modelId="{6842FDF3-DE65-4B5A-A93F-3EAE7293C8CE}" type="presParOf" srcId="{96C10A8A-7C49-4C58-B7FF-C9AD6CA4C52A}" destId="{3343FD8C-2E97-415A-A72D-851EF2D3B3DD}" srcOrd="6" destOrd="0" presId="urn:microsoft.com/office/officeart/2005/8/layout/default"/>
    <dgm:cxn modelId="{BFB4F6AF-9F0C-4967-89DE-B59857BB985B}" type="presParOf" srcId="{96C10A8A-7C49-4C58-B7FF-C9AD6CA4C52A}" destId="{8F75FD24-D527-4D53-A604-182475077BD3}" srcOrd="7" destOrd="0" presId="urn:microsoft.com/office/officeart/2005/8/layout/default"/>
    <dgm:cxn modelId="{64DE77CA-E812-4F7F-974D-378293BE64E8}" type="presParOf" srcId="{96C10A8A-7C49-4C58-B7FF-C9AD6CA4C52A}" destId="{60B14F3F-28C1-4ADE-A9A4-8843745A737F}" srcOrd="8" destOrd="0" presId="urn:microsoft.com/office/officeart/2005/8/layout/default"/>
    <dgm:cxn modelId="{FC591989-C969-4A65-8FC3-C6DFAF544B69}" type="presParOf" srcId="{96C10A8A-7C49-4C58-B7FF-C9AD6CA4C52A}" destId="{6FDEFDAD-A7EE-4B67-A053-6699B8F42C03}" srcOrd="9" destOrd="0" presId="urn:microsoft.com/office/officeart/2005/8/layout/default"/>
    <dgm:cxn modelId="{8AC47AD0-D60E-4B5B-8897-E7CED00642A9}" type="presParOf" srcId="{96C10A8A-7C49-4C58-B7FF-C9AD6CA4C52A}" destId="{68A0C92B-714C-4A91-BD8B-7D9AFA7662D8}" srcOrd="10" destOrd="0" presId="urn:microsoft.com/office/officeart/2005/8/layout/default"/>
    <dgm:cxn modelId="{1247A65F-3AB6-411C-817D-F843D729A1C3}" type="presParOf" srcId="{96C10A8A-7C49-4C58-B7FF-C9AD6CA4C52A}" destId="{D4C993DA-3EBA-4976-9FE1-133BC1EF7119}" srcOrd="11" destOrd="0" presId="urn:microsoft.com/office/officeart/2005/8/layout/default"/>
    <dgm:cxn modelId="{AEB2CFEC-B56F-49FC-BA53-E9D591EFCA29}" type="presParOf" srcId="{96C10A8A-7C49-4C58-B7FF-C9AD6CA4C52A}" destId="{5CCAA55A-4126-4AF4-B9ED-A64D5CFA2642}" srcOrd="12" destOrd="0" presId="urn:microsoft.com/office/officeart/2005/8/layout/default"/>
    <dgm:cxn modelId="{DA6F0296-0657-47AD-9FA1-49379593D8DD}" type="presParOf" srcId="{96C10A8A-7C49-4C58-B7FF-C9AD6CA4C52A}" destId="{A7808F99-B758-498D-9B15-470E9B4EE1C6}" srcOrd="13" destOrd="0" presId="urn:microsoft.com/office/officeart/2005/8/layout/default"/>
    <dgm:cxn modelId="{5CF87A60-A4B3-4FA2-A6A7-ACC23C14D83D}" type="presParOf" srcId="{96C10A8A-7C49-4C58-B7FF-C9AD6CA4C52A}" destId="{DF14D374-4496-44E4-B4D4-3BB8D9CB4206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2CA19F-0DA4-4E08-9FE1-63FF0A8E78A3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6F2ADC-6412-484B-BD8C-59DF74919DC5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959515-C4A9-4877-AEF6-82E37448C17A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Rows: 36285</a:t>
          </a:r>
        </a:p>
      </dsp:txBody>
      <dsp:txXfrm>
        <a:off x="25435" y="2456402"/>
        <a:ext cx="1800000" cy="720000"/>
      </dsp:txXfrm>
    </dsp:sp>
    <dsp:sp modelId="{1C1C0AFB-952E-4859-8192-4061AC127738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8B68E3-141D-4E88-9EBA-E4E4BA9EC985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9032A-35EC-40B8-B28F-C732C500CF3B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Columns: 18</a:t>
          </a:r>
        </a:p>
      </dsp:txBody>
      <dsp:txXfrm>
        <a:off x="2140435" y="2456402"/>
        <a:ext cx="1800000" cy="720000"/>
      </dsp:txXfrm>
    </dsp:sp>
    <dsp:sp modelId="{5F592341-8AEE-4929-AAB3-AEEFA45CA599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F415D4-4A3C-4482-9F23-77D16796F7E8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D7B16-2F5B-4435-817F-AB99B51BD944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No missing values.</a:t>
          </a:r>
        </a:p>
      </dsp:txBody>
      <dsp:txXfrm>
        <a:off x="4255435" y="2456402"/>
        <a:ext cx="1800000" cy="720000"/>
      </dsp:txXfrm>
    </dsp:sp>
    <dsp:sp modelId="{227F73DE-1C2C-418A-9D30-B83DFAB4437E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E5EE07-DE92-4F5A-AD03-EB41B8B1E2BA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3AB88-6950-41A9-B305-4C6487161BD5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Target column: is_canceled</a:t>
          </a:r>
        </a:p>
      </dsp:txBody>
      <dsp:txXfrm>
        <a:off x="6370435" y="245640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31935C-54C5-4D59-A480-CA1DC6B2CEE0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D61FEC-A25C-4AB4-B0B1-0F501DE1DFC4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3C4B2-E7BC-4490-B78F-55B6E8A89F90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Features used: lead time, P-C, P-not-C, repeated, market segment type</a:t>
          </a:r>
        </a:p>
      </dsp:txBody>
      <dsp:txXfrm>
        <a:off x="46529" y="2703902"/>
        <a:ext cx="2418750" cy="720000"/>
      </dsp:txXfrm>
    </dsp:sp>
    <dsp:sp modelId="{2B0F5CF6-158D-4104-A02B-9AF0382DE993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0D7D34-9873-4128-A9DE-152EB8FBE706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01BFE-FD5C-4054-868A-EDD2F79AEED1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k = 5</a:t>
          </a:r>
        </a:p>
      </dsp:txBody>
      <dsp:txXfrm>
        <a:off x="2888560" y="2703902"/>
        <a:ext cx="2418750" cy="720000"/>
      </dsp:txXfrm>
    </dsp:sp>
    <dsp:sp modelId="{F56403C9-41EF-4AFF-A4D6-B0465B28B4CB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793D15-6C4A-4ED8-8BC2-34AA34BECED6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E3637-1A15-4CF0-A4E6-922A7479AD76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Distance: Euclidean</a:t>
          </a:r>
        </a:p>
      </dsp:txBody>
      <dsp:txXfrm>
        <a:off x="5730591" y="2703902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C7CB97-8A00-4F64-BE26-16E2CD038E1E}">
      <dsp:nvSpPr>
        <dsp:cNvPr id="0" name=""/>
        <dsp:cNvSpPr/>
      </dsp:nvSpPr>
      <dsp:spPr>
        <a:xfrm>
          <a:off x="749153" y="3413"/>
          <a:ext cx="2092988" cy="12557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Accuracy: 0.75</a:t>
          </a:r>
        </a:p>
      </dsp:txBody>
      <dsp:txXfrm>
        <a:off x="749153" y="3413"/>
        <a:ext cx="2092988" cy="1255793"/>
      </dsp:txXfrm>
    </dsp:sp>
    <dsp:sp modelId="{2265D377-9C62-4653-9D1E-432278E642D9}">
      <dsp:nvSpPr>
        <dsp:cNvPr id="0" name=""/>
        <dsp:cNvSpPr/>
      </dsp:nvSpPr>
      <dsp:spPr>
        <a:xfrm>
          <a:off x="3051441" y="3413"/>
          <a:ext cx="2092988" cy="1255793"/>
        </a:xfrm>
        <a:prstGeom prst="rect">
          <a:avLst/>
        </a:prstGeom>
        <a:solidFill>
          <a:schemeClr val="accent2">
            <a:hueOff val="668788"/>
            <a:satOff val="-834"/>
            <a:lumOff val="19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Classification Report:</a:t>
          </a:r>
        </a:p>
      </dsp:txBody>
      <dsp:txXfrm>
        <a:off x="3051441" y="3413"/>
        <a:ext cx="2092988" cy="1255793"/>
      </dsp:txXfrm>
    </dsp:sp>
    <dsp:sp modelId="{0A16E763-1AF0-4EA3-AF87-A8BAF4DE6FFA}">
      <dsp:nvSpPr>
        <dsp:cNvPr id="0" name=""/>
        <dsp:cNvSpPr/>
      </dsp:nvSpPr>
      <dsp:spPr>
        <a:xfrm>
          <a:off x="5353728" y="3413"/>
          <a:ext cx="2092988" cy="1255793"/>
        </a:xfrm>
        <a:prstGeom prst="rect">
          <a:avLst/>
        </a:prstGeom>
        <a:solidFill>
          <a:schemeClr val="accent2">
            <a:hueOff val="1337577"/>
            <a:satOff val="-1668"/>
            <a:lumOff val="39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precision    recall  f1-score   support</a:t>
          </a:r>
        </a:p>
      </dsp:txBody>
      <dsp:txXfrm>
        <a:off x="5353728" y="3413"/>
        <a:ext cx="2092988" cy="1255793"/>
      </dsp:txXfrm>
    </dsp:sp>
    <dsp:sp modelId="{3343FD8C-2E97-415A-A72D-851EF2D3B3DD}">
      <dsp:nvSpPr>
        <dsp:cNvPr id="0" name=""/>
        <dsp:cNvSpPr/>
      </dsp:nvSpPr>
      <dsp:spPr>
        <a:xfrm>
          <a:off x="749153" y="1468505"/>
          <a:ext cx="2092988" cy="1255793"/>
        </a:xfrm>
        <a:prstGeom prst="rect">
          <a:avLst/>
        </a:prstGeom>
        <a:solidFill>
          <a:schemeClr val="accent2">
            <a:hueOff val="2006365"/>
            <a:satOff val="-2502"/>
            <a:lumOff val="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0       0.80      0.84      0.82      4855</a:t>
          </a:r>
        </a:p>
      </dsp:txBody>
      <dsp:txXfrm>
        <a:off x="749153" y="1468505"/>
        <a:ext cx="2092988" cy="1255793"/>
      </dsp:txXfrm>
    </dsp:sp>
    <dsp:sp modelId="{60B14F3F-28C1-4ADE-A9A4-8843745A737F}">
      <dsp:nvSpPr>
        <dsp:cNvPr id="0" name=""/>
        <dsp:cNvSpPr/>
      </dsp:nvSpPr>
      <dsp:spPr>
        <a:xfrm>
          <a:off x="3051441" y="1468505"/>
          <a:ext cx="2092988" cy="1255793"/>
        </a:xfrm>
        <a:prstGeom prst="rect">
          <a:avLst/>
        </a:prstGeom>
        <a:solidFill>
          <a:schemeClr val="accent2">
            <a:hueOff val="2675154"/>
            <a:satOff val="-3337"/>
            <a:lumOff val="78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1       0.63      0.57      0.60      2402</a:t>
          </a:r>
        </a:p>
      </dsp:txBody>
      <dsp:txXfrm>
        <a:off x="3051441" y="1468505"/>
        <a:ext cx="2092988" cy="1255793"/>
      </dsp:txXfrm>
    </dsp:sp>
    <dsp:sp modelId="{68A0C92B-714C-4A91-BD8B-7D9AFA7662D8}">
      <dsp:nvSpPr>
        <dsp:cNvPr id="0" name=""/>
        <dsp:cNvSpPr/>
      </dsp:nvSpPr>
      <dsp:spPr>
        <a:xfrm>
          <a:off x="5353728" y="1468505"/>
          <a:ext cx="2092988" cy="1255793"/>
        </a:xfrm>
        <a:prstGeom prst="rect">
          <a:avLst/>
        </a:prstGeom>
        <a:solidFill>
          <a:schemeClr val="accent2">
            <a:hueOff val="3343942"/>
            <a:satOff val="-4171"/>
            <a:lumOff val="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accuracy                           0.75      7257</a:t>
          </a:r>
        </a:p>
      </dsp:txBody>
      <dsp:txXfrm>
        <a:off x="5353728" y="1468505"/>
        <a:ext cx="2092988" cy="1255793"/>
      </dsp:txXfrm>
    </dsp:sp>
    <dsp:sp modelId="{5CCAA55A-4126-4AF4-B9ED-A64D5CFA2642}">
      <dsp:nvSpPr>
        <dsp:cNvPr id="0" name=""/>
        <dsp:cNvSpPr/>
      </dsp:nvSpPr>
      <dsp:spPr>
        <a:xfrm>
          <a:off x="1900297" y="2933597"/>
          <a:ext cx="2092988" cy="1255793"/>
        </a:xfrm>
        <a:prstGeom prst="rect">
          <a:avLst/>
        </a:prstGeom>
        <a:solidFill>
          <a:schemeClr val="accent2">
            <a:hueOff val="4012731"/>
            <a:satOff val="-5005"/>
            <a:lumOff val="1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macro avg       0.71      0.70      0.71      7257</a:t>
          </a:r>
        </a:p>
      </dsp:txBody>
      <dsp:txXfrm>
        <a:off x="1900297" y="2933597"/>
        <a:ext cx="2092988" cy="1255793"/>
      </dsp:txXfrm>
    </dsp:sp>
    <dsp:sp modelId="{DF14D374-4496-44E4-B4D4-3BB8D9CB4206}">
      <dsp:nvSpPr>
        <dsp:cNvPr id="0" name=""/>
        <dsp:cNvSpPr/>
      </dsp:nvSpPr>
      <dsp:spPr>
        <a:xfrm>
          <a:off x="4202584" y="2933597"/>
          <a:ext cx="2092988" cy="1255793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weighted avg       0.74      0.75      0.74      7257</a:t>
          </a:r>
        </a:p>
      </dsp:txBody>
      <dsp:txXfrm>
        <a:off x="4202584" y="2933597"/>
        <a:ext cx="2092988" cy="12557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4267832"/>
            <a:ext cx="3604497" cy="129711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000">
                <a:solidFill>
                  <a:schemeClr val="tx2"/>
                </a:solidFill>
              </a:rPr>
              <a:t>Hotel Booking Cancellation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350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>
                <a:solidFill>
                  <a:schemeClr val="tx2"/>
                </a:solidFill>
              </a:rPr>
              <a:t>EDA + KNN Model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75767" y="52996"/>
            <a:ext cx="4570022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Sleep">
            <a:extLst>
              <a:ext uri="{FF2B5EF4-FFF2-40B4-BE49-F238E27FC236}">
                <a16:creationId xmlns:a16="http://schemas.microsoft.com/office/drawing/2014/main" id="{07926928-AC5A-B321-C594-84A05441F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6992" y="2216469"/>
            <a:ext cx="3106320" cy="3106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Dataset Overview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8B93BE5C-2F0A-5DF9-B9FC-BA959C3502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149161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KNN Model Info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56DB55-18DF-89A6-9BC0-2D988B30B8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92602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Model Performance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4821BF-C40A-4F88-B920-C51C409EA3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866798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Booking Cancellation Distribution</a:t>
            </a:r>
          </a:p>
        </p:txBody>
      </p:sp>
      <p:pic>
        <p:nvPicPr>
          <p:cNvPr id="3" name="Picture 2" descr="plo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892" y="1966293"/>
            <a:ext cx="5936213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Lead Time vs Cancellation</a:t>
            </a:r>
          </a:p>
        </p:txBody>
      </p:sp>
      <p:pic>
        <p:nvPicPr>
          <p:cNvPr id="3" name="Picture 2" descr="plo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892" y="1966293"/>
            <a:ext cx="5936213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P-C vs Cancellation</a:t>
            </a:r>
          </a:p>
        </p:txBody>
      </p:sp>
      <p:pic>
        <p:nvPicPr>
          <p:cNvPr id="3" name="Picture 2" descr="plo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892" y="1966293"/>
            <a:ext cx="5936213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P-not-C vs Cancellation</a:t>
            </a:r>
          </a:p>
        </p:txBody>
      </p:sp>
      <p:pic>
        <p:nvPicPr>
          <p:cNvPr id="3" name="Picture 2" descr="plo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892" y="1966293"/>
            <a:ext cx="5936213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Repeated vs Cancellation</a:t>
            </a:r>
          </a:p>
        </p:txBody>
      </p:sp>
      <p:pic>
        <p:nvPicPr>
          <p:cNvPr id="3" name="Picture 2" descr="plo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892" y="1966293"/>
            <a:ext cx="5936213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Market Segment vs Cancellation</a:t>
            </a:r>
          </a:p>
        </p:txBody>
      </p:sp>
      <p:pic>
        <p:nvPicPr>
          <p:cNvPr id="3" name="Picture 2" descr="plot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892" y="1966293"/>
            <a:ext cx="5936213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Confusion Matrix</a:t>
            </a:r>
          </a:p>
        </p:txBody>
      </p:sp>
      <p:pic>
        <p:nvPicPr>
          <p:cNvPr id="3" name="Picture 2" descr="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389" y="1575956"/>
            <a:ext cx="6537218" cy="49029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</Words>
  <Application>Microsoft Office PowerPoint</Application>
  <PresentationFormat>On-screen Show (4:3)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Hotel Booking Cancellation Analysis</vt:lpstr>
      <vt:lpstr>Dataset Overview</vt:lpstr>
      <vt:lpstr>KNN Model Info</vt:lpstr>
      <vt:lpstr>Model Performance</vt:lpstr>
      <vt:lpstr>Booking Cancellation Distribution</vt:lpstr>
      <vt:lpstr>Lead Time vs Cancellation</vt:lpstr>
      <vt:lpstr>P-C vs Cancellation</vt:lpstr>
      <vt:lpstr>P-not-C vs Cancellation</vt:lpstr>
      <vt:lpstr>Repeated vs Cancellation</vt:lpstr>
      <vt:lpstr>Market Segment vs Cancellation</vt:lpstr>
      <vt:lpstr>Confusion Matrix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Safaa Ibrahim</cp:lastModifiedBy>
  <cp:revision>2</cp:revision>
  <dcterms:created xsi:type="dcterms:W3CDTF">2013-01-27T09:14:16Z</dcterms:created>
  <dcterms:modified xsi:type="dcterms:W3CDTF">2025-07-03T19:09:10Z</dcterms:modified>
  <cp:category/>
</cp:coreProperties>
</file>